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E75B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5AC8F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TruckFlow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Logistique — Hub de Transport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1828800" cy="36576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Alpha 2.0 — Mars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Galaad Poivey — McCormick &amp; Company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7 393 lignes • 212 fonctions • 50+ fonctionnalités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36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KPI, ponctualité, vue semaine/jour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54864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587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Recherche, filtres, détail articles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54864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639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temps réel, horodatage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097280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97280"/>
            <a:ext cx="54864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5780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1536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Gantt 5h-22h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148840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148840"/>
            <a:ext cx="54864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5780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quai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2587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Q2→Q11, assignation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200400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200400"/>
            <a:ext cx="54864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5780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3639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heatmap, tendances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251960"/>
            <a:ext cx="1645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7 393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57200" y="47823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377440" y="4251960"/>
            <a:ext cx="1645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37744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2377440" y="47823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JS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97680" y="4251960"/>
            <a:ext cx="1645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29768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4297680" y="47823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4251960"/>
            <a:ext cx="1645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1792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6217920" y="47823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TruckFlow — Galaad Poivey — McCormick &amp; Company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Monofichier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502920"/>
          </a:xfrm>
          <a:prstGeom prst="rect">
            <a:avLst/>
          </a:prstGeom>
          <a:solidFill>
            <a:srgbClr val="2E75B6">
              <a:alpha val="12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balisage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04288"/>
            <a:ext cx="3383280" cy="50292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50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350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glassmorphism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962656"/>
            <a:ext cx="3383280" cy="502920"/>
          </a:xfrm>
          <a:prstGeom prst="rect">
            <a:avLst/>
          </a:prstGeom>
          <a:solidFill>
            <a:srgbClr val="30D158">
              <a:alpha val="12000"/>
            </a:srgbClr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083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0083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 fonctions métier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621024"/>
            <a:ext cx="3383280" cy="502920"/>
          </a:xfrm>
          <a:prstGeom prst="rect">
            <a:avLst/>
          </a:prstGeom>
          <a:solidFill>
            <a:srgbClr val="FF9F0A">
              <a:alpha val="12000"/>
            </a:srgbClr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667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6667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données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3931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51560"/>
            <a:ext cx="54864" cy="1554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41732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dépendance serveur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par simple copie de fichier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dépendance : SheetJS (CDN)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Chrome, Edge, Firefox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788920"/>
            <a:ext cx="54864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862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15468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pour persistance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BroadcastChannel pour sync inter-onglets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JSON jusqu'à 90 jours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Auto-archivage avant chaque import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TruckFlow — Galaad Poivey — McCormick &amp; Company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— Tableau de bord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828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Semaine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KPI temps réel avec animations shimmer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par jour avec comparatif S-1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de distribution horaire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ponctualité détaillée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Cadences sortie silo (pal/h) et ramasse (col/h)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Jour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horaire interactive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dédiés avec deltas J-1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statut temps réel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camions du jour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journaliers avec progression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54680"/>
            <a:ext cx="1920240" cy="45720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186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33472" y="3154680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33472" y="3154680"/>
            <a:ext cx="192024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2633472" y="32186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47/52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33472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9744" y="3154680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9744" y="3154680"/>
            <a:ext cx="1920240" cy="4572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32186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09744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Ponctualité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86016" y="3154680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86016" y="3154680"/>
            <a:ext cx="19202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986016" y="32186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86016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TruckFlow — Galaad Poivey — McCormick &amp; Company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Livraisons &amp; Camions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21031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livraisons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11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et filtrage multi-critères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articles par livraison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de statut (A / B / C)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Verrouillage des livraisons terminées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entre camions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2103120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camion avancées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611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visuelle des 5 étapes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 en un clic (stamp)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ponctualité et deltas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et commentaires par camion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Marqueurs priorité : Urgent / Normal / Flexible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931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383280"/>
            <a:ext cx="54864" cy="109728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56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&amp; ETA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risque de retard (historique)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calculée sur temps moyens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focus pour suivi dédié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3383280"/>
            <a:ext cx="3931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383280"/>
            <a:ext cx="54864" cy="1097280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456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d'affichage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7490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compact (1 ligne par camion)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par urgence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avancé multi-critères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TruckFlow — Galaad Poivey — McCormick &amp; Company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Plan de quai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22860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interactif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Gantt de 5h à 22h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Barres de progression en temps réel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surcharge créneaux (≥ 70%)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de créneaux sauvegardables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direct vers fiche camion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mural pour écran TV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2286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quai visuel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des quais Q2 à Q11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Allées et épis représentés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par quai (disponible, occupé)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par temps de rotation moyen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manuels de gestion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Assignation visuelle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229600" y="4160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22h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2286000" cy="128016"/>
          </a:xfrm>
          <a:prstGeom prst="rect">
            <a:avLst/>
          </a:prstGeom>
          <a:solidFill>
            <a:srgbClr val="2E75B6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63931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Cam. 1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2011680" y="3822192"/>
            <a:ext cx="2743200" cy="128016"/>
          </a:xfrm>
          <a:prstGeom prst="rect">
            <a:avLst/>
          </a:prstGeom>
          <a:solidFill>
            <a:srgbClr val="30D158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057400" y="38039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Cam. 2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3200400" y="3986784"/>
            <a:ext cx="1828800" cy="128016"/>
          </a:xfrm>
          <a:prstGeom prst="rect">
            <a:avLst/>
          </a:prstGeom>
          <a:solidFill>
            <a:srgbClr val="FF9F0A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396849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Cam. 3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572000" y="4151376"/>
            <a:ext cx="2560320" cy="128016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1330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Cam. 4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TruckFlow — Galaad Poivey — McCormick &amp; Company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&amp; Analyse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46304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transporteurs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pondérée sur 5 étoiles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: ponctualité + temps chargement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/ Flop 3 depuis historique archivé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&amp; tendances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occupation jour × heure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tendance ponctualité 30 jours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mensuel multi-métriques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43200"/>
            <a:ext cx="54864" cy="1463040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16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actuelle vs précédente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Deltas colorés (vert/rouge)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demi-journée matin/après-midi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43200"/>
            <a:ext cx="54864" cy="1463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816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&amp; rotation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10896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entre étapes (attente, chargement)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optimal par quai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transporteur et par jour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TruckFlow — Galaad Poivey — McCormick &amp; Company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avancées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34440"/>
            <a:ext cx="502920" cy="502920"/>
          </a:xfrm>
          <a:prstGeom prst="ellipse">
            <a:avLst/>
          </a:prstGeom>
          <a:solidFill>
            <a:srgbClr val="2E75B6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161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Kanban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colonnes : Attente → Arrivé → Quai → Chargement → Parti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77440"/>
            <a:ext cx="502920" cy="50292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304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verticale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Frise chronologique détaillée par camion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520440"/>
            <a:ext cx="502920" cy="502920"/>
          </a:xfrm>
          <a:prstGeom prst="ellipse">
            <a:avLst/>
          </a:prstGeom>
          <a:solidFill>
            <a:srgbClr val="30D158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447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TV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grandes polices pour écran mural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234440"/>
            <a:ext cx="502920" cy="502920"/>
          </a:xfrm>
          <a:prstGeom prst="ellipse">
            <a:avLst/>
          </a:prstGeom>
          <a:solidFill>
            <a:srgbClr val="FF9F0A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1161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compact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camion réduites à une ligne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377440"/>
            <a:ext cx="502920" cy="502920"/>
          </a:xfrm>
          <a:prstGeom prst="ellipse">
            <a:avLst/>
          </a:prstGeom>
          <a:solidFill>
            <a:srgbClr val="FF453A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2304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focus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dédié d'un camion spécifique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33756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520440"/>
            <a:ext cx="502920" cy="50292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32120" y="3447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Regroupement des camions par transporteur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TruckFlow — Galaad Poivey — McCormick &amp; Company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&amp; Partage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828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SAP VL06O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des colonnes Excel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données et signalement erreurs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automatique post-import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Auto-archivage avant import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1828800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d'export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(sauvegarde complète)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XLSX (données filtrées)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(rapport complet imprimable)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clipboard (texte formaté, touche 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54864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82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BroadcastChannel entre onglets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Réplication instantanée des modifications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JSON inter-postes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54864" cy="137160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82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90 jours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47472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Export/import fichier JSON d'archive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Auto-archivage quotidien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pour courbes et comparatifs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TruckFlow — Galaad Poivey — McCormick &amp; Company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2E75B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1828800"/>
            <a:ext cx="2743200" cy="2743200"/>
          </a:xfrm>
          <a:prstGeom prst="ellipse">
            <a:avLst/>
          </a:prstGeom>
          <a:solidFill>
            <a:srgbClr val="5AC8FA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BF5AF2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5029200" cy="7498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5BA4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064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Glassmorphism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3990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Panneaux vitrés transparents avec blur, bordures cyan, inner glow 4 côtés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5029200" cy="7498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5BA4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208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Orbes animées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3134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1000px, Violet 900px, Cyan 700px, Ambre 600px en mouvement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029200" cy="7498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5BA4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35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clair / sombre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2278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avec persistance, panneaux blancs givrés ou teintés bleu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029200" cy="74980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5BA4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496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1422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 en cascade, shimmer KPI, flash vert complétion, hover élévation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TruckFlow — Galaad Poivey — McCormick &amp; Company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&amp; Productivité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371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Raccourcis clavier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1-6 : navigation onglets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Ctrl+F : recherche, Ctrl+Z : annuler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: camions, T : tri, E : export email, ? : aide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d'annulation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multi-niveaux (Ctrl+Z)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des actions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d'activité horodaté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51760"/>
            <a:ext cx="54864" cy="1371600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24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retard et chargement long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configurables par l'utilisateur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défilant temps réel, son optionnel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651760"/>
            <a:ext cx="54864" cy="1371600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724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recherche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01752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clôture fin de journée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Auto-détection des tâches restantes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globale depuis le header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TruckFlow — Galaad Poivey — McCormick &amp; Company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2E75B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5AC8FA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autonome, zéro infrastructure serveur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fonctionnalités couvrant l'intégralité du workflow logistique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premium liquid glassmorphism avec thème clair/sombre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prédictive et scoring transporteurs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historique 90 jours avec courbes de tendance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API SAP en temps réel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companion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 reporting automatisé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Galaad Poivey — McCormick &amp; Company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TruckFlow - Gestion Logistique Hub Transport</dc:title>
  <dc:subject>PptxGenJS Presentation</dc:subject>
  <dc:creator>Galaad Poivey</dc:creator>
  <cp:lastModifiedBy>Galaad Poivey</cp:lastModifiedBy>
  <cp:revision>1</cp:revision>
  <dcterms:created xsi:type="dcterms:W3CDTF">2026-03-16T06:34:35Z</dcterms:created>
  <dcterms:modified xsi:type="dcterms:W3CDTF">2026-03-16T06:34:35Z</dcterms:modified>
</cp:coreProperties>
</file>